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838200" y="2400300"/>
            <a:ext cx="10515600" cy="1325563"/>
          </a:xfrm>
        </p:spPr>
        <p:txBody>
          <a:bodyPr/>
          <a:lstStyle/>
          <a:p>
            <a:r>
              <a:rPr lang="ru-RU" sz="5400" b="true"/>
              <a:t>Тест Гефеста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sz="3200" b="true"/>
              <a:t>Проверка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838200" y="1825625"/>
            <a:ext cx="10515600" cy="4572000"/>
          </a:xfrm>
        </p:spPr>
        <p:txBody>
          <a:bodyPr/>
          <a:lstStyle/>
          <a:p>
            <a:pPr marL="0" indent="0"/>
            <a:r>
              <a:rPr lang="ru-RU" sz="1800"/>
              <a:t>• всё работает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phaestus">
  <a:themeElements>
    <a:clrScheme name="Hephaestus">
      <a:dk1>
        <a:srgbClr val="1F1F1F"/>
      </a:dk1>
      <a:lt1>
        <a:srgbClr val="FFFFFF"/>
      </a:lt1>
      <a:dk2>
        <a:srgbClr val="44546A"/>
      </a:dk2>
      <a:lt2>
        <a:srgbClr val="E7E6E6"/>
      </a:lt2>
      <a:accent1>
        <a:srgbClr val="C0504D"/>
      </a:accent1>
      <a:accent2>
        <a:srgbClr val="E8A33D"/>
      </a:accent2>
      <a:accent3>
        <a:srgbClr val="4472C4"/>
      </a:accent3>
      <a:accent4>
        <a:srgbClr val="70AD47"/>
      </a:accent4>
      <a:accent5>
        <a:srgbClr val="5B9BD5"/>
      </a:accent5>
      <a:accent6>
        <a:srgbClr val="7030A0"/>
      </a:accent6>
      <a:hlink>
        <a:srgbClr val="0563C1"/>
      </a:hlink>
      <a:folHlink>
        <a:srgbClr val="954F72"/>
      </a:folHlink>
    </a:clrScheme>
    <a:fontScheme name="Hephaest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Hephaestus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algn="tl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